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topic and yourself.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reverse engineering clearly for the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traditional pipeline; stress the manual bottleneck.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AI-assisted RE as a layer on classical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speed gains with the pipeline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games as the case study without dumping brand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bridge architecture simply.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 correctness, legal, and ethical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thesis and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AI-Powered Reverse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BD5E1"/>
                </a:solidFill>
                <a:latin typeface="Calibri"/>
              </a:rPr>
              <a:t>How AI is transforming binary analysis — with video games as a case study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657600"/>
            <a:ext cx="1828800" cy="4572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94A3B8"/>
                </a:solidFill>
                <a:latin typeface="Calibri"/>
              </a:rPr>
              <a:t>Ankrit Jarngal  |  Enroll. No. 2023BSE028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94A3B8"/>
                </a:solidFill>
                <a:latin typeface="Calibri"/>
              </a:rPr>
              <a:t>B.Tech — Computer Science and Engineering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94A3B8"/>
                </a:solidFill>
                <a:latin typeface="Calibri"/>
              </a:rPr>
              <a:t>National Institute of Technology Srinagar  |  2025–2026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B1F3A"/>
                </a:solidFill>
                <a:latin typeface="Calibri"/>
              </a:rPr>
              <a:t>What is Reverse Engineering?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Setting the background before we talk about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334155"/>
                </a:solidFill>
                <a:latin typeface="Calibri"/>
              </a:rPr>
              <a:t>•  Reverse engineering means analyzing a finished software binary to understand how it works — without having the original source code.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4155"/>
                </a:solidFill>
                <a:latin typeface="Calibri"/>
              </a:rPr>
              <a:t>•  The program is already compiled into machine code. The goal is to recover structure, behavior, and intent from that binary.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4155"/>
                </a:solidFill>
                <a:latin typeface="Calibri"/>
              </a:rPr>
              <a:t>•  It is used in security research, interoperability, digital preservation, and software modification.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4155"/>
                </a:solidFill>
                <a:latin typeface="Calibri"/>
              </a:rPr>
              <a:t>•  Important: it is not rewriting software from scratch. It is interpreting and, when needed, carefully modifying what already exists.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7A8C"/>
                </a:solidFill>
                <a:latin typeface="Calibri"/>
              </a:rPr>
              <a:t>Key idea: compiled code → human understanding → safe modification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B1F3A"/>
                </a:solidFill>
                <a:latin typeface="Calibri"/>
              </a:rPr>
              <a:t>The Traditional Reverse Engineering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Powerful tools — but a slow human bottleneck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iagram_traditional_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72800" cy="9669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20624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334155"/>
                </a:solidFill>
                <a:latin typeface="Calibri"/>
              </a:rPr>
              <a:t>•  Tools like Ghidra, IDA Pro, and Binary Ninja already disassemble and decompile well.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334155"/>
                </a:solidFill>
                <a:latin typeface="Calibri"/>
              </a:rPr>
              <a:t>•  The slow part is manual: naming functions, recovering data structures, and understanding intent.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334155"/>
                </a:solidFill>
                <a:latin typeface="Calibri"/>
              </a:rPr>
              <a:t>•  Stripped binaries show meaningless labels (e.g. sub_401000) — experts can spend weeks 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B1F3A"/>
                </a:solidFill>
                <a:latin typeface="Calibri"/>
              </a:rPr>
              <a:t>What is AI-Assisted Reverse Engineering?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LLMs and agents on top of classical tools — not a replacement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334155"/>
                </a:solidFill>
                <a:latin typeface="Calibri"/>
              </a:rPr>
              <a:t>•  AI assistants read decompiler output and suggest meaningful names, types, and explanations.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334155"/>
                </a:solidFill>
                <a:latin typeface="Calibri"/>
              </a:rPr>
              <a:t>•  Specialized models can refine pseudo-code so it becomes closer to readable source.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334155"/>
                </a:solidFill>
                <a:latin typeface="Calibri"/>
              </a:rPr>
              <a:t>•  Coding agents can iterate: propose a change, test against the binary, and retry.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334155"/>
                </a:solidFill>
                <a:latin typeface="Calibri"/>
              </a:rPr>
              <a:t>•  The analyst still decides what is correct — AI drafts, humans approve.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45920"/>
            <a:ext cx="48463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87452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1F3A"/>
                </a:solidFill>
                <a:latin typeface="Calibri"/>
              </a:rPr>
              <a:t>LLM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28600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Rename · explain · refine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3063240"/>
            <a:ext cx="48463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329184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1F3A"/>
                </a:solidFill>
                <a:latin typeface="Calibri"/>
              </a:rPr>
              <a:t>Tool bridges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370332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Connect AI to Ghidra / IDA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4480560"/>
            <a:ext cx="48463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470916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1F3A"/>
                </a:solidFill>
                <a:latin typeface="Calibri"/>
              </a:rPr>
              <a:t>Agent loops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512064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Iterate until checks pass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B1F3A"/>
                </a:solidFill>
                <a:latin typeface="Calibri"/>
              </a:rPr>
              <a:t>How AI Made Reverse Engineering Much Faster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Same foundation — compressed analysis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iagram_ai_assis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6583680" cy="233178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164592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334155"/>
                </a:solidFill>
                <a:latin typeface="Calibri"/>
              </a:rPr>
              <a:t>•  Readable drafts in minutes instead of long manual renaming sessions.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334155"/>
                </a:solidFill>
                <a:latin typeface="Calibri"/>
              </a:rPr>
              <a:t>•  Research models show large gains when LLMs refine classical decompiler output.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334155"/>
                </a:solidFill>
                <a:latin typeface="Calibri"/>
              </a:rPr>
              <a:t>•  Agents automate the try → check → fix loop for many functions.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334155"/>
                </a:solidFill>
                <a:latin typeface="Calibri"/>
              </a:rPr>
              <a:t>•  Result: work that took specialists months can often move in days or weeks — with verification still required.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B1F3A"/>
                </a:solidFill>
                <a:latin typeface="Calibri"/>
              </a:rPr>
              <a:t>Case Study: Modifying Compiled Video Games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Why games show the power of AI-assisted reverse engineering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334155"/>
                </a:solidFill>
                <a:latin typeface="Calibri"/>
              </a:rPr>
              <a:t>•  Modern games ship as closed, optimized binaries — usually with no source code and limited official APIs.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334155"/>
                </a:solidFill>
                <a:latin typeface="Calibri"/>
              </a:rPr>
              <a:t>•  Deep changes (camera control, collision, combat logic, rendering) require reverse engineering the compiled executable itself.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334155"/>
                </a:solidFill>
                <a:latin typeface="Calibri"/>
              </a:rPr>
              <a:t>•  Recently, creators have combined systems from different games at runtime — not by rewriting engines from scratch, but by analyzing and bridging compiled processes.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334155"/>
                </a:solidFill>
                <a:latin typeface="Calibri"/>
              </a:rPr>
              <a:t>•  AI coding agents made the glue work (hooks, protocols, iteration) far more accessible than before.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334155"/>
                </a:solidFill>
                <a:latin typeface="Calibri"/>
              </a:rPr>
              <a:t>•  This is the seminar’s main focus: previously near-impossible binary-level game modification becoming comparatively practical.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B1F3A"/>
                </a:solidFill>
                <a:latin typeface="Calibri"/>
              </a:rPr>
              <a:t>How These Game Modifications Actually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Two compiled processes + a reverse-engineered bridge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iagram_case_stu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858000" cy="120618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64592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334155"/>
                </a:solidFill>
                <a:latin typeface="Calibri"/>
              </a:rPr>
              <a:t>•  Both games keep running as real binaries.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334155"/>
                </a:solidFill>
                <a:latin typeface="Calibri"/>
              </a:rPr>
              <a:t>•  A thin bridge exchanges camera, collision, and events over shared memory / IPC.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334155"/>
                </a:solidFill>
                <a:latin typeface="Calibri"/>
              </a:rPr>
              <a:t>•  Frames are composited so both worlds appear together.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334155"/>
                </a:solidFill>
                <a:latin typeface="Calibri"/>
              </a:rPr>
              <a:t>•  AI helps locate addresses, draft hooks, and iterate — classical RE still validates the binary.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B1F3A"/>
                </a:solidFill>
                <a:latin typeface="Calibri"/>
              </a:rPr>
              <a:t>Challenges, Limits, and Ethical Concerns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Faster does not mean automatic or unrestricted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48640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109728" cy="192024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1F3A"/>
                </a:solidFill>
                <a:latin typeface="Calibri"/>
              </a:rPr>
              <a:t>Correctness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77440"/>
            <a:ext cx="4846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AI can invent plausible but wrong types and logic. Results must be verified against the binary.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48640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554480"/>
            <a:ext cx="109728" cy="192024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745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1F3A"/>
                </a:solidFill>
                <a:latin typeface="Calibri"/>
              </a:rPr>
              <a:t>Hard defenses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377440"/>
            <a:ext cx="4846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Obfuscation, packing, and anti-tamper still defeat many automated approaches.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749039"/>
            <a:ext cx="548640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749039"/>
            <a:ext cx="109728" cy="192024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69079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1F3A"/>
                </a:solidFill>
                <a:latin typeface="Calibri"/>
              </a:rPr>
              <a:t>Legal /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571999"/>
            <a:ext cx="4846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Copyright, license terms, and redistribution rules still apply — especially for commercial game assets.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749039"/>
            <a:ext cx="548640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749039"/>
            <a:ext cx="109728" cy="192024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069079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1F3A"/>
                </a:solidFill>
                <a:latin typeface="Calibri"/>
              </a:rPr>
              <a:t>Responsibility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571999"/>
            <a:ext cx="4846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Online anti-cheat bypass is out of scope; serious work stays offline and does not ship proprietary files.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B1F3A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AI amplifies reverse engineering — it does not replace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334155"/>
                </a:solidFill>
                <a:latin typeface="Calibri"/>
              </a:rPr>
              <a:t>•  Classical reverse engineering recovers meaning from compiled binaries; the bottleneck was always human analysis time.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334155"/>
                </a:solidFill>
                <a:latin typeface="Calibri"/>
              </a:rPr>
              <a:t>•  AI assists by renaming, explaining, refining, and iterating — making the pipeline dramatically faster.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334155"/>
                </a:solidFill>
                <a:latin typeface="Calibri"/>
              </a:rPr>
              <a:t>•  Video-game binary bridges show how formerly expert-only modifications become comparatively practical.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334155"/>
                </a:solidFill>
                <a:latin typeface="Calibri"/>
              </a:rPr>
              <a:t>•  Verification, legality, and ethics remain essential. AI drafts; engineers decide.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Thank you  |  Ankrit Jarngal · 2023BSE028 · CSE · NIT Srinagar</a:t>
            </a:r>
          </a:p>
          <a:p>
            <a:pPr algn="ctr">
              <a:spcAft>
                <a:spcPts val="4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
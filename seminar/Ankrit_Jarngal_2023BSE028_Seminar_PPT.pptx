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topic and identity. Keep it calm.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RE for a CSE audience. Stress: not rewriting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classical pipeline. Point at Manual Analysis as the costly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AI-assisted RE as a layer, not a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speed: renaming, agent loops, verification still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games as closed binaries — avoid brand-name dumping.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host/guest/bridge simply using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correctness, defenses, legal,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thesis.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A3FF"/>
                </a:solidFill>
                <a:latin typeface="Consolas"/>
              </a:rPr>
              <a:t>SEMINAR  ·  NIT SRINAGAR  ·  2025–26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400" b="1">
                <a:solidFill>
                  <a:srgbClr val="E8EAED"/>
                </a:solidFill>
                <a:latin typeface="Arial"/>
              </a:rPr>
              <a:t>AI-Powered</a:t>
            </a:r>
          </a:p>
          <a:p>
            <a:pPr algn="l">
              <a:spcAft>
                <a:spcPts val="200"/>
              </a:spcAft>
            </a:pPr>
            <a:r>
              <a:rPr sz="5400" b="1">
                <a:solidFill>
                  <a:srgbClr val="E8EAED"/>
                </a:solidFill>
                <a:latin typeface="Arial"/>
              </a:rPr>
              <a:t>Reverse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794760"/>
            <a:ext cx="14630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How AI accelerates binary analysis — with video games as the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572"/>
                </a:solidFill>
                <a:latin typeface="Consolas"/>
              </a:rPr>
              <a:t>Ankrit Jarngal   ·   2023BSE028   ·  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AI-POWERED REVERSE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02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15240"/>
          </a:xfrm>
          <a:prstGeom prst="rect">
            <a:avLst/>
          </a:prstGeom>
          <a:solidFill>
            <a:srgbClr val="2A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A3FF"/>
                </a:solidFill>
                <a:latin typeface="Consolas"/>
              </a:rPr>
              <a:t>01 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E8EAED"/>
                </a:solidFill>
                <a:latin typeface="Arial"/>
              </a:rPr>
              <a:t>Reverse engineering recovers meaning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E8EAED"/>
                </a:solidFill>
                <a:latin typeface="Arial"/>
              </a:rPr>
              <a:t>from compiled software.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9AA4B2"/>
                </a:solidFill>
                <a:latin typeface="Arial"/>
              </a:rPr>
              <a:t>You start with a finished binary — not source code.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9AA4B2"/>
                </a:solidFill>
                <a:latin typeface="Arial"/>
              </a:rPr>
              <a:t>The goal is to understand structure and behavior,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9AA4B2"/>
                </a:solidFill>
                <a:latin typeface="Arial"/>
              </a:rPr>
              <a:t>then modify it carefully when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DA3FF"/>
                </a:solidFill>
                <a:latin typeface="Arial"/>
              </a:rPr>
              <a:t>Not rewriting from scratch. Interpreting what already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AI-POWERED REVERSE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03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15240"/>
          </a:xfrm>
          <a:prstGeom prst="rect">
            <a:avLst/>
          </a:prstGeom>
          <a:solidFill>
            <a:srgbClr val="2A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A3FF"/>
                </a:solidFill>
                <a:latin typeface="Consolas"/>
              </a:rPr>
              <a:t>01 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E8EAED"/>
                </a:solidFill>
                <a:latin typeface="Arial"/>
              </a:rPr>
              <a:t>The classical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AA4B2"/>
                </a:solidFill>
                <a:latin typeface="Arial"/>
              </a:rPr>
              <a:t>Disassemble → decompile → understand. Tools are strong. Humans are the bottleneck.</a:t>
            </a:r>
          </a:p>
        </p:txBody>
      </p:sp>
      <p:pic>
        <p:nvPicPr>
          <p:cNvPr id="8" name="Picture 7" descr="diagram_traditional_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7440"/>
            <a:ext cx="11247120" cy="7748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AA4B2"/>
                </a:solidFill>
                <a:latin typeface="Arial"/>
              </a:rPr>
              <a:t>Manual naming and structure recovery is where most time is lost.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AI-POWERED REVERSE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04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15240"/>
          </a:xfrm>
          <a:prstGeom prst="rect">
            <a:avLst/>
          </a:prstGeom>
          <a:solidFill>
            <a:srgbClr val="2A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A3FF"/>
                </a:solidFill>
                <a:latin typeface="Consolas"/>
              </a:rPr>
              <a:t>02  AI-ASSISTED 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E8EAED"/>
                </a:solidFill>
                <a:latin typeface="Arial"/>
              </a:rPr>
              <a:t>AI sits on top of classical tools.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E8EAED"/>
                </a:solidFill>
                <a:latin typeface="Arial"/>
              </a:rPr>
              <a:t>It does not replace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A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DA3FF"/>
                </a:solidFill>
                <a:latin typeface="Consolas"/>
              </a:rPr>
              <a:t>LLM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AA4B2"/>
                </a:solidFill>
                <a:latin typeface="Arial"/>
              </a:rPr>
              <a:t>Rename, explain, and refine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9AA4B2"/>
                </a:solidFill>
                <a:latin typeface="Arial"/>
              </a:rPr>
              <a:t>pseudo-code into readable 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0040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A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429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DA3FF"/>
                </a:solidFill>
                <a:latin typeface="Consolas"/>
              </a:rPr>
              <a:t>Tool bridges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233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AA4B2"/>
                </a:solidFill>
                <a:latin typeface="Arial"/>
              </a:rPr>
              <a:t>Connect models to Ghidra / IDA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9AA4B2"/>
                </a:solidFill>
                <a:latin typeface="Arial"/>
              </a:rPr>
              <a:t>so agents can query the binary.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320040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A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3429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DA3FF"/>
                </a:solidFill>
                <a:latin typeface="Consolas"/>
              </a:rPr>
              <a:t>Verify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40233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AA4B2"/>
                </a:solidFill>
                <a:latin typeface="Arial"/>
              </a:rPr>
              <a:t>Propose → check against bytes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9AA4B2"/>
                </a:solidFill>
                <a:latin typeface="Arial"/>
              </a:rPr>
              <a:t>→ retry until evidence holds.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AI-POWERED REVERSE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05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15240"/>
          </a:xfrm>
          <a:prstGeom prst="rect">
            <a:avLst/>
          </a:prstGeom>
          <a:solidFill>
            <a:srgbClr val="2A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A3FF"/>
                </a:solidFill>
                <a:latin typeface="Consolas"/>
              </a:rPr>
              <a:t>02  AI-ASSISTED 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E8EAED"/>
                </a:solidFill>
                <a:latin typeface="Arial"/>
              </a:rPr>
              <a:t>What got faster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Readable drafts in minutes,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not weeks of renaming.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Agent loops automate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try → check → fix.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Same tools. Compressed time.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Verification still required.</a:t>
            </a:r>
          </a:p>
        </p:txBody>
      </p:sp>
      <p:pic>
        <p:nvPicPr>
          <p:cNvPr id="8" name="Picture 7" descr="diagram_ai_assis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212080" cy="18341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AI-POWERED REVERSE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06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15240"/>
          </a:xfrm>
          <a:prstGeom prst="rect">
            <a:avLst/>
          </a:prstGeom>
          <a:solidFill>
            <a:srgbClr val="2A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A3FF"/>
                </a:solidFill>
                <a:latin typeface="Consolas"/>
              </a:rPr>
              <a:t>03 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E8EAED"/>
                </a:solidFill>
                <a:latin typeface="Arial"/>
              </a:rPr>
              <a:t>Case study: modifying compiled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E8EAED"/>
                </a:solidFill>
                <a:latin typeface="Arial"/>
              </a:rPr>
              <a:t>video games without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Games ship as closed, optimized binaries with thin official APIs.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Deep changes need reverse engineering of the executable itself.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Recent work combines systems from different games at runtime —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not by rewriting engines, but by bridging two live compiled processes.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AI made that glue work comparatively practical.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AI-POWERED REVERSE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07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15240"/>
          </a:xfrm>
          <a:prstGeom prst="rect">
            <a:avLst/>
          </a:prstGeom>
          <a:solidFill>
            <a:srgbClr val="2A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A3FF"/>
                </a:solidFill>
                <a:latin typeface="Consolas"/>
              </a:rPr>
              <a:t>03 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E8EAED"/>
                </a:solidFill>
                <a:latin typeface="Arial"/>
              </a:rPr>
              <a:t>How the bridge works</a:t>
            </a:r>
          </a:p>
        </p:txBody>
      </p:sp>
      <p:pic>
        <p:nvPicPr>
          <p:cNvPr id="7" name="Picture 6" descr="diagram_case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10424160" cy="28731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AA4B2"/>
                </a:solidFill>
                <a:latin typeface="Arial"/>
              </a:rPr>
              <a:t>Guest and host stay as real binaries. A thin bridge exchanges camera,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AA4B2"/>
                </a:solidFill>
                <a:latin typeface="Arial"/>
              </a:rPr>
              <a:t>collision, and events over shared memory — then composites one frame.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AA4B2"/>
                </a:solidFill>
                <a:latin typeface="Arial"/>
              </a:rPr>
              <a:t>AI drafts hooks and protocols. Classical RE validates the bytes.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AI-POWERED REVERSE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08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15240"/>
          </a:xfrm>
          <a:prstGeom prst="rect">
            <a:avLst/>
          </a:prstGeom>
          <a:solidFill>
            <a:srgbClr val="2A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A3FF"/>
                </a:solidFill>
                <a:latin typeface="Consolas"/>
              </a:rPr>
              <a:t>04 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E8EAED"/>
                </a:solidFill>
                <a:latin typeface="Arial"/>
              </a:rPr>
              <a:t>Faster is not unrestricted.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A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DA3FF"/>
                </a:solidFill>
                <a:latin typeface="Consolas"/>
              </a:rPr>
              <a:t>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AA4B2"/>
                </a:solidFill>
                <a:latin typeface="Arial"/>
              </a:rPr>
              <a:t>AI can invent plausible but wrong logic. Verify against the binary.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A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423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DA3FF"/>
                </a:solidFill>
                <a:latin typeface="Consolas"/>
              </a:rPr>
              <a:t>Hard defenses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926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AA4B2"/>
                </a:solidFill>
                <a:latin typeface="Arial"/>
              </a:rPr>
              <a:t>Obfuscation and packing still break many automated approaches.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A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43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DA3FF"/>
                </a:solidFill>
                <a:latin typeface="Consolas"/>
              </a:rPr>
              <a:t>Legal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463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AA4B2"/>
                </a:solidFill>
                <a:latin typeface="Arial"/>
              </a:rPr>
              <a:t>Copyright and license terms still apply to commercial assets.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023360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A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343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DA3FF"/>
                </a:solidFill>
                <a:latin typeface="Consolas"/>
              </a:rPr>
              <a:t>Responsibility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8463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AA4B2"/>
                </a:solidFill>
                <a:latin typeface="Arial"/>
              </a:rPr>
              <a:t>Serious work stays offline. Do not ship proprietary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AI-POWERED REVERSE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01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B6572"/>
                </a:solidFill>
                <a:latin typeface="Consolas"/>
              </a:rPr>
              <a:t>09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15240"/>
          </a:xfrm>
          <a:prstGeom prst="rect">
            <a:avLst/>
          </a:prstGeom>
          <a:solidFill>
            <a:srgbClr val="2A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A3FF"/>
                </a:solidFill>
                <a:latin typeface="Consolas"/>
              </a:rPr>
              <a:t>05 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E8EAED"/>
                </a:solidFill>
                <a:latin typeface="Arial"/>
              </a:rPr>
              <a:t>AI compresses the reverse-engineering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E8EAED"/>
                </a:solidFill>
                <a:latin typeface="Arial"/>
              </a:rPr>
              <a:t>bottleneck. It does not erase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14630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Classical tools measure the bytes. LLMs draft the meaning.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9AA4B2"/>
                </a:solidFill>
                <a:latin typeface="Arial"/>
              </a:rPr>
              <a:t>Humans — and verification oracles — decide what ships.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572"/>
                </a:solidFill>
                <a:latin typeface="Consolas"/>
              </a:rPr>
              <a:t>Thank you   ·   Ankrit Jarngal  ·  2023BSE028  ·  CSE  ·  NIT Srinagar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